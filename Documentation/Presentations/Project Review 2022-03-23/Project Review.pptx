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204" d="100"/>
          <a:sy n="204" d="100"/>
        </p:scale>
        <p:origin x="21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BAB0-FE29-4F89-BE00-31D6B55BD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C121B-FEAB-4FF8-A04B-E85664AD0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464D2-9138-4388-B81B-45AB7991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AE7D-4DFC-4CBF-BCF3-8D42CB09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29C65-C1C3-4217-B83E-6245BFFB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4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F1C9-C757-4639-B376-F6B3CE31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8E7C5-AB1D-4498-BED9-8EE1D8E10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508A-1A72-4849-A38D-3708A99B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8F868-2C1E-4D2E-B896-B25FB819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4F70-BC34-4B82-8096-EF621C29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5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5018-A811-4600-B8C2-66AAC672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43ED-B885-4EAB-84F8-C7A83EB57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DBD3-9EAA-49DD-97EE-21284219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E618-2F2A-4ACE-B0C1-B97165D6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16C3A-318D-4F7A-B409-F61D48AC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8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D67C-3001-4D0E-A32B-B67FCFF5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6B5F-6586-4C78-A170-8367228D8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2F313-033B-48AB-8AA5-AB3B0F996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A3953-748E-414D-9ADE-E68B6533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F5C91-1311-4ABB-B021-F42904CE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71351-FA2B-4E31-9224-01C58D06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85A1-079F-48DA-A261-00C00809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EA569-F165-4E4B-B686-4F9AEFB97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9F2AF-561E-4B4B-8D0C-55C91CE48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4671E-A0A6-46C0-B000-78C69C051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7D70A-6D5B-4E81-B51B-0BA06EDB5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315A7-73B8-4623-BB86-C788D10D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16733-9D61-4A0F-A050-85C0B855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9234A-D868-4C27-97E9-ECA6B5B5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3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57FB-1C23-4DD8-855D-C3263FE7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E543D-9B6F-4C6A-B317-30DADEAD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32F0B-E1B1-4FA8-ABC1-95FFE606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10BFB-47BF-4022-8327-327F4106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5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8C410-A779-491C-808C-73A259A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8B93F-471D-4015-9CD2-A14C849C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F4974-C67E-4F8A-8C2A-1E5E4E47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0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9585-C3B5-45B1-96C2-F4E81FA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4A90-4221-42EA-A05D-A3ABB111B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D398C-B02A-4245-98BC-E159C8C11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35E37-2C05-45F4-A139-B4CD1C22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C1CE-7675-44F3-B095-AAF69825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35847-03D4-4AD3-915F-88D6B3A4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4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D076-62EF-4058-9B52-140C5A1A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56BC23-5E4A-4BBA-AF3A-0CD4400A6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55FD-52FC-4338-B3CF-1D6FA6435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9CF6-841E-413B-A70B-5A70D003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98AA3-46C7-4A9B-AC89-E08BF07D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2CE19-1339-4531-8EF8-342D5A90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2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022B-1910-4B6B-B212-F6A199BC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198EE-2911-40BF-95CD-6FB78234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50187-63FE-4C6D-89DC-B531CE50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1A3A-EB65-4A10-AC88-A7FD918F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CC0E-F67D-4EE7-9554-23178BB0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7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7BFC2-0CE5-49BB-B24B-3B21556F5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15BF-1F85-4C94-9783-DB850A34F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37C94-1F5C-4416-AF7E-524003EF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F7CC-AAF6-4FFB-B81D-E89D83E1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E11E3-9E84-4508-A6DC-7736087F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44B2B-7F86-455D-B99D-5E78AF20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F24E7-2E1C-443B-9BF1-370C6E9E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57DC-F4BA-4CB7-969D-4AF62F425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3324D-371F-4CA3-BD80-4ADB95E665D2}" type="datetimeFigureOut">
              <a:rPr lang="en-US" smtClean="0"/>
              <a:t>3/23/2022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1018-FE55-43EB-82FA-9A9032D0E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EEAE-252B-4BD8-9EEA-DDE204834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55CD6-98EF-47EA-9D73-88AE1614F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A35B-14E3-4123-86FC-A8189F8AB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45699"/>
          </a:xfrm>
        </p:spPr>
        <p:txBody>
          <a:bodyPr/>
          <a:lstStyle/>
          <a:p>
            <a:r>
              <a:rPr lang="en-US" dirty="0"/>
              <a:t>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93606-3023-4B98-A9D6-89CC81F4A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04271"/>
            <a:ext cx="9144000" cy="2153529"/>
          </a:xfrm>
        </p:spPr>
        <p:txBody>
          <a:bodyPr/>
          <a:lstStyle/>
          <a:p>
            <a:r>
              <a:rPr lang="en-US" dirty="0"/>
              <a:t>Purpose: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Review current state of software/system infrastructure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Present vision for future infrastructure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Suggest 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210845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5577-020D-479C-BEA5-496F5B96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827A-F82E-44CD-A1CA-7D293A22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site up and running</a:t>
            </a:r>
          </a:p>
          <a:p>
            <a:r>
              <a:rPr lang="en-US" dirty="0"/>
              <a:t>Desktop application up and running (more or less)</a:t>
            </a:r>
          </a:p>
          <a:p>
            <a:r>
              <a:rPr lang="en-US" dirty="0"/>
              <a:t>Code is</a:t>
            </a:r>
          </a:p>
          <a:p>
            <a:pPr lvl="1"/>
            <a:r>
              <a:rPr lang="en-US" dirty="0"/>
              <a:t>stable but needs further hard testing</a:t>
            </a:r>
          </a:p>
          <a:p>
            <a:pPr lvl="1"/>
            <a:r>
              <a:rPr lang="en-US" dirty="0"/>
              <a:t>Should be refactored and reorganized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94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186D0-616F-4F8C-BF35-221448E4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4959603" cy="1064182"/>
          </a:xfrm>
        </p:spPr>
        <p:txBody>
          <a:bodyPr anchor="b">
            <a:normAutofit/>
          </a:bodyPr>
          <a:lstStyle/>
          <a:p>
            <a:r>
              <a:rPr lang="en-US" sz="4000" dirty="0"/>
              <a:t>Where We Should 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5D77-178A-442E-8131-9AFA34EA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409" y="1771294"/>
            <a:ext cx="4959603" cy="4015217"/>
          </a:xfrm>
        </p:spPr>
        <p:txBody>
          <a:bodyPr anchor="t">
            <a:normAutofit/>
          </a:bodyPr>
          <a:lstStyle/>
          <a:p>
            <a:endParaRPr lang="en-US" sz="1300" dirty="0"/>
          </a:p>
          <a:p>
            <a:r>
              <a:rPr lang="en-US" sz="1300" dirty="0"/>
              <a:t>Server with  access for:</a:t>
            </a:r>
          </a:p>
          <a:p>
            <a:r>
              <a:rPr lang="en-US" sz="1300" dirty="0"/>
              <a:t>Management</a:t>
            </a:r>
          </a:p>
          <a:p>
            <a:pPr lvl="1"/>
            <a:r>
              <a:rPr lang="en-US" sz="1300" dirty="0"/>
              <a:t>Access to projects estimator work</a:t>
            </a:r>
          </a:p>
          <a:p>
            <a:pPr lvl="1"/>
            <a:r>
              <a:rPr lang="en-US" sz="1300" dirty="0"/>
              <a:t>Access to client activities</a:t>
            </a:r>
          </a:p>
          <a:p>
            <a:r>
              <a:rPr lang="en-US" sz="1300" dirty="0"/>
              <a:t>Estimator team member</a:t>
            </a:r>
          </a:p>
          <a:p>
            <a:pPr lvl="1"/>
            <a:r>
              <a:rPr lang="en-US" sz="1300" dirty="0"/>
              <a:t>Log in / log out</a:t>
            </a:r>
          </a:p>
          <a:p>
            <a:pPr lvl="1"/>
            <a:r>
              <a:rPr lang="en-US" sz="1300" dirty="0"/>
              <a:t>Projects</a:t>
            </a:r>
          </a:p>
          <a:p>
            <a:pPr lvl="1"/>
            <a:endParaRPr lang="en-US" sz="1300" dirty="0"/>
          </a:p>
          <a:p>
            <a:r>
              <a:rPr lang="en-US" sz="1300" dirty="0"/>
              <a:t>Clients</a:t>
            </a:r>
          </a:p>
          <a:p>
            <a:pPr lvl="1"/>
            <a:r>
              <a:rPr lang="en-US" sz="1300" dirty="0"/>
              <a:t>Log in to own account</a:t>
            </a:r>
          </a:p>
          <a:p>
            <a:pPr lvl="1"/>
            <a:r>
              <a:rPr lang="en-US" sz="1300" dirty="0"/>
              <a:t>Project requests</a:t>
            </a:r>
          </a:p>
          <a:p>
            <a:pPr lvl="1"/>
            <a:r>
              <a:rPr lang="en-US" sz="1300" dirty="0"/>
              <a:t>Project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FB321-3629-4F7D-AC6B-2A36DCB2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234" y="489118"/>
            <a:ext cx="4781439" cy="54660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3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B5F8-8BA9-4ED7-85B0-2F0A2913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4100B2-C19F-4E07-B7F6-E33754916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2277" y="1867826"/>
            <a:ext cx="4178437" cy="4351338"/>
          </a:xfrm>
        </p:spPr>
      </p:pic>
    </p:spTree>
    <p:extLst>
      <p:ext uri="{BB962C8B-B14F-4D97-AF65-F5344CB8AC3E}">
        <p14:creationId xmlns:p14="http://schemas.microsoft.com/office/powerpoint/2010/main" val="392432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B2E8-CDA6-41DA-BF1A-3628684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640C0-5F16-423B-A2DB-7438A18C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from desktop to web based application. According to Bernie, there are ways to do this that can use much of the current code base</a:t>
            </a:r>
          </a:p>
          <a:p>
            <a:r>
              <a:rPr lang="en-US" dirty="0"/>
              <a:t>Most of the current code base can be cleaned up and reused</a:t>
            </a:r>
          </a:p>
          <a:p>
            <a:r>
              <a:rPr lang="en-US" dirty="0"/>
              <a:t>Big question: what do we need to support graphics</a:t>
            </a:r>
          </a:p>
          <a:p>
            <a:r>
              <a:rPr lang="en-US" dirty="0"/>
              <a:t>Must use GPU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36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Project Review</vt:lpstr>
      <vt:lpstr>Where We Are Now</vt:lpstr>
      <vt:lpstr>Where We Should Be</vt:lpstr>
      <vt:lpstr>PowerPoint Presentation</vt:lpstr>
      <vt:lpstr>What is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</dc:title>
  <dc:creator>Marc Diamond</dc:creator>
  <cp:lastModifiedBy>Marc Diamond</cp:lastModifiedBy>
  <cp:revision>5</cp:revision>
  <dcterms:created xsi:type="dcterms:W3CDTF">2022-03-22T23:08:50Z</dcterms:created>
  <dcterms:modified xsi:type="dcterms:W3CDTF">2022-03-24T03:33:50Z</dcterms:modified>
</cp:coreProperties>
</file>