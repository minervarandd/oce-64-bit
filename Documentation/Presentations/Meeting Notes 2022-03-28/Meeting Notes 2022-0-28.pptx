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222" d="100"/>
          <a:sy n="222" d="100"/>
        </p:scale>
        <p:origin x="22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CBAB0-FE29-4F89-BE00-31D6B55BDA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BC121B-FEAB-4FF8-A04B-E85664AD0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464D2-9138-4388-B81B-45AB79915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3324D-371F-4CA3-BD80-4ADB95E665D2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FAE7D-4DFC-4CBF-BCF3-8D42CB09E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29C65-C1C3-4217-B83E-6245BFFBB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5CD6-98EF-47EA-9D73-88AE1614F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49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7F1C9-C757-4639-B376-F6B3CE313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8E7C5-AB1D-4498-BED9-8EE1D8E10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E508A-1A72-4849-A38D-3708A99B0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3324D-371F-4CA3-BD80-4ADB95E665D2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8F868-2C1E-4D2E-B896-B25FB8190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B4F70-BC34-4B82-8096-EF621C29C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5CD6-98EF-47EA-9D73-88AE1614F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857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45018-A811-4600-B8C2-66AAC6724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E43ED-B885-4EAB-84F8-C7A83EB57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4DBD3-9EAA-49DD-97EE-212842194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3324D-371F-4CA3-BD80-4ADB95E665D2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4E618-2F2A-4ACE-B0C1-B97165D6E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16C3A-318D-4F7A-B409-F61D48AC1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5CD6-98EF-47EA-9D73-88AE1614F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789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AD67C-3001-4D0E-A32B-B67FCFF55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26B5F-6586-4C78-A170-8367228D8B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82F313-033B-48AB-8AA5-AB3B0F9969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A3953-748E-414D-9ADE-E68B65336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3324D-371F-4CA3-BD80-4ADB95E665D2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F5C91-1311-4ABB-B021-F42904CE4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71351-FA2B-4E31-9224-01C58D06E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5CD6-98EF-47EA-9D73-88AE1614F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13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485A1-079F-48DA-A261-00C00809D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EA569-F165-4E4B-B686-4F9AEFB97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A9F2AF-561E-4B4B-8D0C-55C91CE48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34671E-A0A6-46C0-B000-78C69C051A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17D70A-6D5B-4E81-B51B-0BA06EDB5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1315A7-73B8-4623-BB86-C788D10D7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3324D-371F-4CA3-BD80-4ADB95E665D2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416733-9D61-4A0F-A050-85C0B8554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29234A-D868-4C27-97E9-ECA6B5B5A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5CD6-98EF-47EA-9D73-88AE1614F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34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A57FB-1C23-4DD8-855D-C3263FE7F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E543D-9B6F-4C6A-B317-30DADEAD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3324D-371F-4CA3-BD80-4ADB95E665D2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932F0B-E1B1-4FA8-ABC1-95FFE606F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C10BFB-47BF-4022-8327-327F41069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5CD6-98EF-47EA-9D73-88AE1614F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659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D8C410-A779-491C-808C-73A259ADF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3324D-371F-4CA3-BD80-4ADB95E665D2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48B93F-471D-4015-9CD2-A14C849CF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F4974-C67E-4F8A-8C2A-1E5E4E470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5CD6-98EF-47EA-9D73-88AE1614F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907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C9585-C3B5-45B1-96C2-F4E81FA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A4A90-4221-42EA-A05D-A3ABB111B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D398C-B02A-4245-98BC-E159C8C11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035E37-2C05-45F4-A139-B4CD1C225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3324D-371F-4CA3-BD80-4ADB95E665D2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CC1CE-7675-44F3-B095-AAF698258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35847-03D4-4AD3-915F-88D6B3A4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5CD6-98EF-47EA-9D73-88AE1614F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345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2D076-62EF-4058-9B52-140C5A1A2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56BC23-5E4A-4BBA-AF3A-0CD4400A67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555FD-52FC-4338-B3CF-1D6FA6435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F39CF6-841E-413B-A70B-5A70D0036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3324D-371F-4CA3-BD80-4ADB95E665D2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98AA3-46C7-4A9B-AC89-E08BF07D5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2CE19-1339-4531-8EF8-342D5A900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5CD6-98EF-47EA-9D73-88AE1614F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622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7022B-1910-4B6B-B212-F6A199BCA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D198EE-2911-40BF-95CD-6FB782343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50187-63FE-4C6D-89DC-B531CE509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3324D-371F-4CA3-BD80-4ADB95E665D2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21A3A-EB65-4A10-AC88-A7FD918FB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7CC0E-F67D-4EE7-9554-23178BB0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5CD6-98EF-47EA-9D73-88AE1614F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71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17BFC2-0CE5-49BB-B24B-3B21556F55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1415BF-1F85-4C94-9783-DB850A34F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37C94-1F5C-4416-AF7E-524003EFE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3324D-371F-4CA3-BD80-4ADB95E665D2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BF7CC-AAF6-4FFB-B81D-E89D83E19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E11E3-9E84-4508-A6DC-7736087F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5CD6-98EF-47EA-9D73-88AE1614F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43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144B2B-7F86-455D-B99D-5E78AF20E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F24E7-2E1C-443B-9BF1-370C6E9EA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B57DC-F4BA-4CB7-969D-4AF62F425F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3324D-371F-4CA3-BD80-4ADB95E665D2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F1018-FE55-43EB-82FA-9A9032D0E8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DEEAE-252B-4BD8-9EEA-DDE204834E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55CD6-98EF-47EA-9D73-88AE1614F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733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4A35B-14E3-4123-86FC-A8189F8AB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45699"/>
          </a:xfrm>
        </p:spPr>
        <p:txBody>
          <a:bodyPr/>
          <a:lstStyle/>
          <a:p>
            <a:r>
              <a:rPr lang="en-US" dirty="0"/>
              <a:t>Project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293606-3023-4B98-A9D6-89CC81F4A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04271"/>
            <a:ext cx="9144000" cy="2153529"/>
          </a:xfrm>
        </p:spPr>
        <p:txBody>
          <a:bodyPr/>
          <a:lstStyle/>
          <a:p>
            <a:r>
              <a:rPr lang="en-US" dirty="0"/>
              <a:t>Purpose: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Review current state of software/system infrastructure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Present vision for future infrastructure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Suggest a migration plan</a:t>
            </a:r>
          </a:p>
        </p:txBody>
      </p:sp>
    </p:spTree>
    <p:extLst>
      <p:ext uri="{BB962C8B-B14F-4D97-AF65-F5344CB8AC3E}">
        <p14:creationId xmlns:p14="http://schemas.microsoft.com/office/powerpoint/2010/main" val="2108459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0F4B-6054-4AB3-97B6-56CF13023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4024"/>
          </a:xfrm>
        </p:spPr>
        <p:txBody>
          <a:bodyPr>
            <a:normAutofit/>
          </a:bodyPr>
          <a:lstStyle/>
          <a:p>
            <a:r>
              <a:rPr lang="en-US" sz="4000" dirty="0"/>
              <a:t>Introductions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A48BE-8EF0-4504-8D4D-5B6AF0A9C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0665"/>
            <a:ext cx="10515600" cy="493629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u="sng" dirty="0"/>
              <a:t>Martin Bruun, Primary Customer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Originator/Owner, On Call Estimation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Over 40 years experience in construction industry and materials estimation</a:t>
            </a:r>
          </a:p>
          <a:p>
            <a:pPr marL="0" indent="0">
              <a:buNone/>
            </a:pPr>
            <a:r>
              <a:rPr lang="en-US" sz="2000" u="sng" dirty="0"/>
              <a:t>Rita Akhtar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Business side of the operations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Has been providing main source for funding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Rita is head of the Fulbright Foundation in Pakistan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Currently setting up team of estimators in Pakistan who will be assisting Martin</a:t>
            </a:r>
          </a:p>
          <a:p>
            <a:pPr marL="0" indent="0">
              <a:buNone/>
            </a:pPr>
            <a:r>
              <a:rPr lang="en-US" sz="1800" u="sng" dirty="0"/>
              <a:t>Gordon Rosen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Extensive business experience, including experience in the construction industry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Wants to use system for a SAS product</a:t>
            </a:r>
          </a:p>
          <a:p>
            <a:pPr marL="0" indent="0">
              <a:buNone/>
            </a:pPr>
            <a:r>
              <a:rPr lang="en-US" sz="1800" u="sng" dirty="0"/>
              <a:t>Prof. Orlando Karam, Consultant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Worked with Orlando at Microsoft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Taught computer science at the University level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Extensive knowledge and experience of all things computer science and implementation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Currently working for a Microsoft spin off in Atlanta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Has agreed to look at our issues.</a:t>
            </a:r>
          </a:p>
          <a:p>
            <a:pPr marL="0" indent="0">
              <a:buNone/>
            </a:pPr>
            <a:r>
              <a:rPr lang="en-US" sz="1800" u="sng" dirty="0"/>
              <a:t>Bernie Schoch, Part time programmer, Consultant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Works for Verisign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Has been providing part time support on an ‘as available’ basis</a:t>
            </a:r>
          </a:p>
        </p:txBody>
      </p:sp>
    </p:spTree>
    <p:extLst>
      <p:ext uri="{BB962C8B-B14F-4D97-AF65-F5344CB8AC3E}">
        <p14:creationId xmlns:p14="http://schemas.microsoft.com/office/powerpoint/2010/main" val="3548890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4D1C2-CC03-483D-A983-585C0B649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2407"/>
          </a:xfrm>
        </p:spPr>
        <p:txBody>
          <a:bodyPr/>
          <a:lstStyle/>
          <a:p>
            <a:r>
              <a:rPr lang="en-US" sz="4400" dirty="0"/>
              <a:t>Introductions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CC445-E9CD-4B1D-912E-DA629285D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6372"/>
            <a:ext cx="10515600" cy="49405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u="sng" dirty="0"/>
              <a:t>Alex Payne, Part time programmer, Consultant</a:t>
            </a:r>
            <a:endParaRPr lang="en-US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Has been providing part time support on an ‘as available’ basis</a:t>
            </a:r>
          </a:p>
          <a:p>
            <a:pPr marL="0" indent="0">
              <a:buNone/>
            </a:pPr>
            <a:r>
              <a:rPr lang="en-US" sz="1400" u="sng" dirty="0"/>
              <a:t>Marc Diamond, Primary programmer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Long professional history, mainly in the areas of mathematics and operations research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Primary programmer on the ‘phase 1’ version of the product.</a:t>
            </a:r>
          </a:p>
        </p:txBody>
      </p:sp>
    </p:spTree>
    <p:extLst>
      <p:ext uri="{BB962C8B-B14F-4D97-AF65-F5344CB8AC3E}">
        <p14:creationId xmlns:p14="http://schemas.microsoft.com/office/powerpoint/2010/main" val="3462873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77625-E7FE-4C06-B604-9C90807EC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Status -- Business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13AD1-600F-4B31-8662-7C2B8C55F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220" y="1690688"/>
            <a:ext cx="10515600" cy="3593943"/>
          </a:xfrm>
        </p:spPr>
        <p:txBody>
          <a:bodyPr>
            <a:normAutofit/>
          </a:bodyPr>
          <a:lstStyle/>
          <a:p>
            <a:r>
              <a:rPr lang="en-US" sz="1900" dirty="0"/>
              <a:t>Martin and Rita have started a small mom-and-pop type company directed to providing support to architects in estimating costs</a:t>
            </a:r>
          </a:p>
          <a:p>
            <a:r>
              <a:rPr lang="en-US" sz="1900" dirty="0"/>
              <a:t>The current focus is specifically floor and baseboard materials, but plan is to extend into other areas in the future.</a:t>
            </a:r>
          </a:p>
          <a:p>
            <a:r>
              <a:rPr lang="en-US" sz="1900" dirty="0"/>
              <a:t>The business model is superb. Martin started soliciting customers and has received bids from just about everyone he has contacted. There is </a:t>
            </a:r>
            <a:r>
              <a:rPr lang="en-US" sz="1900" u="sng" dirty="0"/>
              <a:t>a lot of demand </a:t>
            </a:r>
            <a:r>
              <a:rPr lang="en-US" sz="1900" dirty="0"/>
              <a:t>for this type of service.</a:t>
            </a:r>
          </a:p>
          <a:p>
            <a:r>
              <a:rPr lang="en-US" sz="1900" dirty="0"/>
              <a:t>Plan is to set up a team of estimators in Pakistan to help manage business volume</a:t>
            </a:r>
          </a:p>
          <a:p>
            <a:r>
              <a:rPr lang="en-US" sz="1900" dirty="0"/>
              <a:t>Currently working contracts based on the ‘phase 1’ version of the code.</a:t>
            </a:r>
          </a:p>
          <a:p>
            <a:r>
              <a:rPr lang="en-US" sz="1900" dirty="0"/>
              <a:t>They have a web site set up to support their business</a:t>
            </a:r>
          </a:p>
          <a:p>
            <a:r>
              <a:rPr lang="en-US" sz="1900" dirty="0"/>
              <a:t>Gordon Rosen has plans to extend the business and provide a self-serve ‘software as a service’ function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960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92044-7F4E-4F3B-A565-48E700441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Status --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A7CCA-13D9-4A13-A5BB-B66B9E3B3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4101"/>
            <a:ext cx="10515600" cy="448614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Considered ‘phase 1’</a:t>
            </a:r>
          </a:p>
          <a:p>
            <a:r>
              <a:rPr lang="en-US" dirty="0"/>
              <a:t>Extensive:</a:t>
            </a:r>
          </a:p>
          <a:p>
            <a:pPr lvl="1"/>
            <a:r>
              <a:rPr lang="en-US" dirty="0"/>
              <a:t>¼ million lines of code</a:t>
            </a:r>
          </a:p>
          <a:p>
            <a:pPr lvl="1"/>
            <a:r>
              <a:rPr lang="en-US" dirty="0"/>
              <a:t>Complex interaction of GUI components</a:t>
            </a:r>
          </a:p>
          <a:p>
            <a:pPr lvl="1"/>
            <a:r>
              <a:rPr lang="en-US" dirty="0"/>
              <a:t>Complex numerical and geometric (mainly polygon) operations</a:t>
            </a:r>
          </a:p>
          <a:p>
            <a:pPr lvl="1"/>
            <a:r>
              <a:rPr lang="en-US" dirty="0"/>
              <a:t>Some optimization functionality baked in</a:t>
            </a:r>
          </a:p>
          <a:p>
            <a:r>
              <a:rPr lang="en-US" dirty="0"/>
              <a:t>Technologies</a:t>
            </a:r>
          </a:p>
          <a:p>
            <a:pPr lvl="1"/>
            <a:r>
              <a:rPr lang="en-US" dirty="0"/>
              <a:t>VS 2019, </a:t>
            </a:r>
            <a:r>
              <a:rPr lang="en-US" dirty="0" err="1"/>
              <a:t>.Net</a:t>
            </a:r>
            <a:r>
              <a:rPr lang="en-US" dirty="0"/>
              <a:t> 4.5, C#</a:t>
            </a:r>
          </a:p>
          <a:p>
            <a:pPr lvl="1"/>
            <a:r>
              <a:rPr lang="en-US" dirty="0"/>
              <a:t>External open source libraries for geometric and other operations</a:t>
            </a:r>
          </a:p>
          <a:p>
            <a:pPr lvl="1"/>
            <a:r>
              <a:rPr lang="en-US" dirty="0" err="1"/>
              <a:t>Winforms</a:t>
            </a:r>
            <a:endParaRPr lang="en-US" dirty="0"/>
          </a:p>
          <a:p>
            <a:pPr lvl="1"/>
            <a:r>
              <a:rPr lang="en-US" dirty="0"/>
              <a:t>Visio add in for drawing. Note: Visio geometry engine is used extensively.</a:t>
            </a:r>
          </a:p>
        </p:txBody>
      </p:sp>
    </p:spTree>
    <p:extLst>
      <p:ext uri="{BB962C8B-B14F-4D97-AF65-F5344CB8AC3E}">
        <p14:creationId xmlns:p14="http://schemas.microsoft.com/office/powerpoint/2010/main" val="3021536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2299B-8885-4A36-8988-F22922D71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4024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Phase 2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CE4CA-7A4A-416A-82B5-4C9E1B08E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149" y="1524000"/>
            <a:ext cx="3605011" cy="3077082"/>
          </a:xfrm>
        </p:spPr>
        <p:txBody>
          <a:bodyPr>
            <a:normAutofit/>
          </a:bodyPr>
          <a:lstStyle/>
          <a:p>
            <a:r>
              <a:rPr lang="en-US" sz="1800" dirty="0"/>
              <a:t>Martin has a long wish-list of upgrades to Phase 1 product. I have some ideas also.</a:t>
            </a:r>
          </a:p>
          <a:p>
            <a:r>
              <a:rPr lang="en-US" sz="1800" dirty="0"/>
              <a:t>Martin/Rita wish to keep venture as a limited, mom-and-pop operation. Gordon wants to extend to full blown business</a:t>
            </a:r>
          </a:p>
          <a:p>
            <a:r>
              <a:rPr lang="en-US" sz="1800" dirty="0"/>
              <a:t>Beyond just floor materials. Gordon wants to extend to electrical, plumbing, framing etc.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951FBF-E1FD-428B-BDD6-2621DC650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031" y="1093697"/>
            <a:ext cx="4324350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76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C7378-09D4-4C1C-9400-96E0BC2D3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6BC52-C3B5-4EB9-8D90-783351D20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5313"/>
            <a:ext cx="10515600" cy="4721650"/>
          </a:xfrm>
        </p:spPr>
        <p:txBody>
          <a:bodyPr>
            <a:normAutofit lnSpcReduction="10000"/>
          </a:bodyPr>
          <a:lstStyle/>
          <a:p>
            <a:r>
              <a:rPr lang="en-US" sz="1900" dirty="0"/>
              <a:t>Want to migrate to </a:t>
            </a:r>
            <a:r>
              <a:rPr lang="en-US" sz="1900" dirty="0" err="1"/>
              <a:t>.Net</a:t>
            </a:r>
            <a:r>
              <a:rPr lang="en-US" sz="1900" dirty="0"/>
              <a:t> core. </a:t>
            </a:r>
          </a:p>
          <a:p>
            <a:pPr lvl="1"/>
            <a:r>
              <a:rPr lang="en-US" sz="1900" dirty="0"/>
              <a:t>Means we will need wrappers for com add ins</a:t>
            </a:r>
          </a:p>
          <a:p>
            <a:r>
              <a:rPr lang="en-US" sz="1900" dirty="0"/>
              <a:t>Replace </a:t>
            </a:r>
            <a:r>
              <a:rPr lang="en-US" sz="1900" dirty="0" err="1"/>
              <a:t>winforms</a:t>
            </a:r>
            <a:r>
              <a:rPr lang="en-US" sz="1900" dirty="0"/>
              <a:t> with </a:t>
            </a:r>
            <a:r>
              <a:rPr lang="en-US" sz="1900" dirty="0" err="1"/>
              <a:t>wpf</a:t>
            </a:r>
            <a:r>
              <a:rPr lang="en-US" sz="1900" dirty="0"/>
              <a:t> (not a big issue)</a:t>
            </a:r>
          </a:p>
          <a:p>
            <a:r>
              <a:rPr lang="en-US" sz="1900" dirty="0"/>
              <a:t>Main challenges:</a:t>
            </a:r>
          </a:p>
          <a:p>
            <a:pPr lvl="1"/>
            <a:r>
              <a:rPr lang="en-US" sz="1900" dirty="0"/>
              <a:t>Desktop vs. Web</a:t>
            </a:r>
          </a:p>
          <a:p>
            <a:pPr lvl="1"/>
            <a:r>
              <a:rPr lang="en-US" sz="1900" dirty="0"/>
              <a:t>If Web</a:t>
            </a:r>
          </a:p>
          <a:p>
            <a:pPr lvl="2"/>
            <a:r>
              <a:rPr lang="en-US" sz="1900" dirty="0"/>
              <a:t>Server vs. client break out of code</a:t>
            </a:r>
          </a:p>
          <a:p>
            <a:pPr lvl="2"/>
            <a:r>
              <a:rPr lang="en-US" sz="1900" dirty="0"/>
              <a:t>Technologies to support interactive GUI</a:t>
            </a:r>
          </a:p>
          <a:p>
            <a:pPr lvl="3"/>
            <a:r>
              <a:rPr lang="en-US" sz="1700" dirty="0"/>
              <a:t>Blazer</a:t>
            </a:r>
          </a:p>
          <a:p>
            <a:pPr lvl="3"/>
            <a:r>
              <a:rPr lang="en-US" sz="1700" dirty="0"/>
              <a:t>WebGL</a:t>
            </a:r>
          </a:p>
          <a:p>
            <a:pPr lvl="3"/>
            <a:r>
              <a:rPr lang="en-US" sz="1700" dirty="0"/>
              <a:t>Others?</a:t>
            </a:r>
          </a:p>
          <a:p>
            <a:pPr lvl="1"/>
            <a:r>
              <a:rPr lang="en-US" sz="1900" dirty="0"/>
              <a:t>If Desktop</a:t>
            </a:r>
          </a:p>
          <a:p>
            <a:pPr lvl="2"/>
            <a:r>
              <a:rPr lang="en-US" sz="1500" dirty="0"/>
              <a:t>Replacement for Visio?</a:t>
            </a:r>
          </a:p>
          <a:p>
            <a:pPr lvl="2"/>
            <a:r>
              <a:rPr lang="en-US" sz="1500" dirty="0"/>
              <a:t>OpenGL, DirectX, </a:t>
            </a:r>
            <a:r>
              <a:rPr lang="en-US" sz="1500" dirty="0" err="1"/>
              <a:t>Synfusion</a:t>
            </a:r>
            <a:r>
              <a:rPr lang="en-US" sz="1500" dirty="0"/>
              <a:t> Diagram platform, Others?</a:t>
            </a:r>
          </a:p>
          <a:p>
            <a:pPr lvl="2"/>
            <a:r>
              <a:rPr lang="en-US" sz="1500" dirty="0"/>
              <a:t>Support for Layers </a:t>
            </a:r>
            <a:r>
              <a:rPr lang="en-US" sz="1500"/>
              <a:t>is critical!!!</a:t>
            </a:r>
            <a:endParaRPr lang="en-US" sz="15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568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2066F-E0F9-4168-96E2-1CD4E6AD6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DB0BE-BFA4-4D66-A912-CF14C75DE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Phase 1 code is not all that well organized, due to design on the fly, but I am currently refactoring and reorganizing code</a:t>
            </a:r>
          </a:p>
          <a:p>
            <a:r>
              <a:rPr lang="en-US" sz="2400" dirty="0"/>
              <a:t>Would prefer a migration path to a complete rewrite – I believe a lot of the origin code can be salvaged</a:t>
            </a:r>
          </a:p>
          <a:p>
            <a:r>
              <a:rPr lang="en-US" sz="2400" dirty="0"/>
              <a:t>Now that I understand the problem, I will produce a design document for phase 2.</a:t>
            </a:r>
          </a:p>
          <a:p>
            <a:r>
              <a:rPr lang="en-US" sz="2400" dirty="0"/>
              <a:t>In design of phase 1, much of the graphics support for Visio has been isolated into a few methods, meaning transition to other platforms and technologies should be relatively painless</a:t>
            </a:r>
          </a:p>
        </p:txBody>
      </p:sp>
    </p:spTree>
    <p:extLst>
      <p:ext uri="{BB962C8B-B14F-4D97-AF65-F5344CB8AC3E}">
        <p14:creationId xmlns:p14="http://schemas.microsoft.com/office/powerpoint/2010/main" val="1381163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F76A7-A374-4C4C-A12C-8360007CB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Your challenge, Prof Karam…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264B6-9931-40D3-B825-B41318CF5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…should you choose to accept it (to the theme of mission impossible)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Work with Bernie and Alex to decide on the best technologies to support Phase 2.</a:t>
            </a:r>
          </a:p>
        </p:txBody>
      </p:sp>
    </p:spTree>
    <p:extLst>
      <p:ext uri="{BB962C8B-B14F-4D97-AF65-F5344CB8AC3E}">
        <p14:creationId xmlns:p14="http://schemas.microsoft.com/office/powerpoint/2010/main" val="35319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4360</TotalTime>
  <Words>704</Words>
  <Application>Microsoft Office PowerPoint</Application>
  <PresentationFormat>Widescreen</PresentationFormat>
  <Paragraphs>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Project Review</vt:lpstr>
      <vt:lpstr>Introductions</vt:lpstr>
      <vt:lpstr>Introductions</vt:lpstr>
      <vt:lpstr>Current Status -- Business</vt:lpstr>
      <vt:lpstr>Current Status -- Software</vt:lpstr>
      <vt:lpstr>Phase 2 Vision</vt:lpstr>
      <vt:lpstr>Technical Challenges</vt:lpstr>
      <vt:lpstr>Notes:</vt:lpstr>
      <vt:lpstr>Your challenge, Prof Karam…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Review</dc:title>
  <dc:creator>Marc Diamond</dc:creator>
  <cp:lastModifiedBy>Marc Diamond</cp:lastModifiedBy>
  <cp:revision>9</cp:revision>
  <dcterms:created xsi:type="dcterms:W3CDTF">2022-03-22T23:08:50Z</dcterms:created>
  <dcterms:modified xsi:type="dcterms:W3CDTF">2022-03-27T22:25:40Z</dcterms:modified>
</cp:coreProperties>
</file>