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221" d="100"/>
          <a:sy n="221" d="100"/>
        </p:scale>
        <p:origin x="22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CAA6-D56F-B082-03CF-B2BA2C728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E16CE-535B-96C8-9671-663798B7B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BF66A-3CF9-C581-9874-E3576E63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97A1A-84CA-437C-8B68-1E836169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DDC6E-84D0-875F-C942-C7215785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747F-7874-CCCF-DEFD-68C29BCC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8796-A300-F37B-5E18-D9BF655A9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C38AA-2376-8FCC-87B3-517E9446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13D87-F918-7BB2-9DEC-42B807C4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BE056-CE98-F0C3-2E56-6BFEA101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8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36B4-B3B1-143A-5844-FEEF3FEE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61B7B-1A3B-F3D8-E4CD-0A6DA1436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36392-EA6B-3932-AE6F-F013565A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F4AE8-05A8-FAFC-7BD4-48F599E3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B8B5D-6A97-BBA5-73F1-781AFAE9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2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7752-5575-CC05-125D-6305E00A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7AAC4-AA3E-60DB-9EFC-60C2EEEED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8860A-E7DE-9BE0-B85A-619872CF1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5972D-213D-80D9-AFF5-5F2BE779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29884-2A72-8556-C9E5-364C8C1A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8A84D-3574-603C-5D1C-F59F770B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5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424A-71D5-7629-ADF3-79BF78D7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C1488-6417-2476-D99C-CDCA4C91B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67EBB-E012-800E-4250-1F9A632B1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CFAC0-165B-2D8B-0C22-1388B9B49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F55E0-B602-7897-29FE-ABF13484D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7DB77-73CD-8012-499E-200206C4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2E384-5B22-899A-7326-671F511E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DE8BF-36F9-1051-D034-2700BB36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9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6C2E-96E4-C3E9-E601-8492CAC5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3E9899-2835-A28D-816E-0A092F87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5C2E9-1D10-C5FB-FC35-064F2452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A8F5B-FDF7-21C0-5204-319DFF15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99F972-BE0D-1741-901E-F75ED2617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DDD84-FD8C-4BFA-2043-4F32267A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E93C9-04CB-2A48-2666-71498D14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7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6CD5-F274-F7AD-1770-0CF993D7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5906-BA2C-A7FB-0825-67A76D507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684D6-101A-60F8-039D-244637617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45B0B-2B4B-3061-798A-04F87597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D965F-3BC2-1E01-6D38-8D47E21C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AC4EB-4E13-0FB3-EAB8-DF4CD0B7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5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B329-A9FB-2A85-BA35-71AA77D8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BB855-0757-BAEC-06E6-425F9D688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E2364-6D25-CE04-40DB-2920E834E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3D89C-3D0E-C014-F310-AEAA789A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A3FAE-E069-6015-2F21-C67FD0FB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34A43-D710-A767-8045-AC23F775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8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7D7F-F044-2194-2802-7995EE0C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E3605-F113-8116-5DAD-620FD22D2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604C9-46B6-14AC-9D2B-C6314557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E74C2-AA63-E265-F755-23F7FABF4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886F5-2EC7-B5C5-D7EB-410AA349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6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6B0EF-6D31-00BD-5CED-66D5DC4DB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BD8FD-D8A2-F0F3-A664-33FACDB95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E3A9-4EB0-2395-13A4-BFF82D67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1663-71CC-DEFB-2695-296598F7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89F2B-7B18-A6F4-F305-21591A4F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64BD8-0225-7C4D-D373-59833947E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4D098-B338-A1A7-2C9D-D1634925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BE2DB-D616-4542-26FC-F16B1583A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C3C50-2B64-48AD-8F4C-449E72996439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73D1A-F266-FF8F-318A-5428A9444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E5E91-345A-6CA6-62A9-4720BE85A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034A0-209C-4CED-803A-150F267D2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0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FF09-0B11-928A-C05D-DD8064325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Floor Material Estimating</a:t>
            </a:r>
            <a:br>
              <a:rPr lang="en-US" dirty="0"/>
            </a:br>
            <a:r>
              <a:rPr lang="en-US" dirty="0"/>
              <a:t>Project Review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Marc Diamond</a:t>
            </a:r>
            <a:br>
              <a:rPr lang="en-US" dirty="0"/>
            </a:br>
            <a:r>
              <a:rPr lang="en-US" sz="4000" dirty="0"/>
              <a:t>Minerva Research and Development LLC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1E76A-E780-A50A-B63B-12A0D367B8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Business Review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Infrastructure Review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Technical Review</a:t>
            </a:r>
          </a:p>
        </p:txBody>
      </p:sp>
    </p:spTree>
    <p:extLst>
      <p:ext uri="{BB962C8B-B14F-4D97-AF65-F5344CB8AC3E}">
        <p14:creationId xmlns:p14="http://schemas.microsoft.com/office/powerpoint/2010/main" val="332734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F7FE-24C3-675D-6E0C-304B4F07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Business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C463-0B41-FB34-7151-9967702D4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have completed xxx projects.</a:t>
            </a:r>
          </a:p>
          <a:p>
            <a:r>
              <a:rPr lang="en-US" dirty="0"/>
              <a:t>Repeat Customers, 100%</a:t>
            </a:r>
          </a:p>
          <a:p>
            <a:r>
              <a:rPr lang="en-US" dirty="0"/>
              <a:t>Evidence of very strong demand</a:t>
            </a:r>
          </a:p>
          <a:p>
            <a:endParaRPr lang="en-US" dirty="0"/>
          </a:p>
          <a:p>
            <a:r>
              <a:rPr lang="en-US" dirty="0"/>
              <a:t>Note that all customers found thus far have been from the </a:t>
            </a:r>
            <a:r>
              <a:rPr lang="en-US" dirty="0" err="1"/>
              <a:t>Washingto</a:t>
            </a:r>
            <a:r>
              <a:rPr lang="en-US" dirty="0"/>
              <a:t>, DC area.</a:t>
            </a:r>
          </a:p>
        </p:txBody>
      </p:sp>
    </p:spTree>
    <p:extLst>
      <p:ext uri="{BB962C8B-B14F-4D97-AF65-F5344CB8AC3E}">
        <p14:creationId xmlns:p14="http://schemas.microsoft.com/office/powerpoint/2010/main" val="339598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E663-18BB-9A7D-2348-9D3E7817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B91E-86FB-7A0E-C77F-0F1C32847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and hiring in Pakistan</a:t>
            </a:r>
          </a:p>
          <a:p>
            <a:r>
              <a:rPr lang="en-US" dirty="0"/>
              <a:t>Setting up office and office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12179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0BBF-D36B-B996-5B88-FDD1472C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B5A73-84E4-FF62-B107-9E5DE7A32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Status: Current code is working and being used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Near term objectives: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Set up cloud computing infrastructure: Software as a service</a:t>
            </a:r>
          </a:p>
          <a:p>
            <a:pPr marL="0" indent="0">
              <a:buNone/>
            </a:pPr>
            <a:r>
              <a:rPr lang="en-US" dirty="0"/>
              <a:t>Response time on cloud VMs shown to be sufficient</a:t>
            </a:r>
          </a:p>
          <a:p>
            <a:pPr marL="0" indent="0">
              <a:buNone/>
            </a:pPr>
            <a:r>
              <a:rPr lang="en-US" dirty="0"/>
              <a:t>Need to add login authorization, database logging,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84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FAA3-D043-6FEF-5B32-760B436E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D515F-EFF9-1AE6-E05B-49317624C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Effort is being made to clean up and refactor code.</a:t>
            </a:r>
          </a:p>
          <a:p>
            <a:pPr lvl="1"/>
            <a:r>
              <a:rPr lang="en-US" dirty="0"/>
              <a:t>Two cycles – preliminary code restructuring and documentation</a:t>
            </a:r>
          </a:p>
          <a:p>
            <a:pPr lvl="1"/>
            <a:r>
              <a:rPr lang="en-US" dirty="0"/>
              <a:t>Hand off to fully industrial strength design</a:t>
            </a:r>
          </a:p>
          <a:p>
            <a:r>
              <a:rPr lang="en-US" dirty="0"/>
              <a:t>First phase is geared towards reorganizing and ‘disentangling’ code</a:t>
            </a:r>
          </a:p>
          <a:p>
            <a:r>
              <a:rPr lang="en-US" dirty="0"/>
              <a:t>Focus on:</a:t>
            </a:r>
          </a:p>
          <a:p>
            <a:pPr lvl="1"/>
            <a:r>
              <a:rPr lang="en-US" dirty="0"/>
              <a:t> Creating small libraries to minimize interdependencies</a:t>
            </a:r>
          </a:p>
          <a:p>
            <a:pPr lvl="1"/>
            <a:r>
              <a:rPr lang="en-US" dirty="0"/>
              <a:t>Moving all graphics / drawing operations to a very limited code footprint</a:t>
            </a:r>
          </a:p>
          <a:p>
            <a:pPr lvl="1"/>
            <a:r>
              <a:rPr lang="en-US" dirty="0"/>
              <a:t>Replace Visio</a:t>
            </a:r>
          </a:p>
          <a:p>
            <a:pPr lvl="1"/>
            <a:r>
              <a:rPr lang="en-US" dirty="0"/>
              <a:t>Move to </a:t>
            </a:r>
            <a:r>
              <a:rPr lang="en-US" dirty="0" err="1"/>
              <a:t>VS.Core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37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7473D-DE44-BC19-C120-EED12711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0200-5F75-23B5-2405-B31423723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99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184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Floor Material Estimating Project Review  Marc Diamond Minerva Research and Development LLC </vt:lpstr>
      <vt:lpstr>Business Review</vt:lpstr>
      <vt:lpstr>Infrastructure Review</vt:lpstr>
      <vt:lpstr>Technical Review</vt:lpstr>
      <vt:lpstr>Technical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Diamond</dc:creator>
  <cp:lastModifiedBy>Marc Diamond</cp:lastModifiedBy>
  <cp:revision>3</cp:revision>
  <dcterms:created xsi:type="dcterms:W3CDTF">2022-05-13T05:09:07Z</dcterms:created>
  <dcterms:modified xsi:type="dcterms:W3CDTF">2022-05-13T05:36:27Z</dcterms:modified>
</cp:coreProperties>
</file>